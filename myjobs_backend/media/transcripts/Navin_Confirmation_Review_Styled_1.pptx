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Confirmation Review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Navin AS</a:t>
            </a:r>
          </a:p>
          <a:p>
            <a:r>
              <a:t>Software Developer</a:t>
            </a:r>
          </a:p>
          <a:p>
            <a:r>
              <a:t>Technibit Solution</a:t>
            </a:r>
          </a:p>
          <a:p>
            <a:r>
              <a:t>April 28 – July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the course of my 3-month consolidation period, I contributed to both technical and team-support tasks. The following presentation outlines key work done across:</a:t>
            </a:r>
          </a:p>
          <a:p/>
          <a:p>
            <a:r>
              <a:t>✔ Student Data Management</a:t>
            </a:r>
          </a:p>
          <a:p>
            <a:r>
              <a:t>✔ Constructive Student Feedback</a:t>
            </a:r>
          </a:p>
          <a:p>
            <a:r>
              <a:t>✔ Web Development (Faculty Portal)</a:t>
            </a:r>
          </a:p>
          <a:p>
            <a:r>
              <a:t>✔ Team Collaboration and Innovation</a:t>
            </a:r>
          </a:p>
          <a:p/>
          <a:p>
            <a:r>
              <a:t>Each task area highlights my initiative, learning mindset, and contribution to team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Count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📅 Timeline: May – July</a:t>
            </a:r>
          </a:p>
          <a:p/>
          <a:p>
            <a:r>
              <a:t>🔹 Pod Beta: 670 students</a:t>
            </a:r>
          </a:p>
          <a:p>
            <a:r>
              <a:t>🔹 Pod Phoenix: 867 students</a:t>
            </a:r>
          </a:p>
          <a:p/>
          <a:p>
            <a:r>
              <a:t>🧮 Total Students Processed: 1,537</a:t>
            </a:r>
          </a:p>
          <a:p/>
          <a:p>
            <a:r>
              <a:t>⚙️ Speed &amp; Accuracy:</a:t>
            </a:r>
          </a:p>
          <a:p>
            <a:r>
              <a:t>• Achieved a review speed of ~70 students in 4 hours</a:t>
            </a:r>
          </a:p>
          <a:p>
            <a:r>
              <a:t>• Maintained attention to detail and ensured accurate recordkeeping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📅 Duration: June 5 – July 28</a:t>
            </a:r>
          </a:p>
          <a:p/>
          <a:p>
            <a:r>
              <a:t>🧑‍🏫 Responsibility:</a:t>
            </a:r>
          </a:p>
          <a:p>
            <a:r>
              <a:t>• Delivered feedback to 208 students at Nextford University</a:t>
            </a:r>
          </a:p>
          <a:p>
            <a:r>
              <a:t>• Covered 6 assignments across varied subjects</a:t>
            </a:r>
          </a:p>
          <a:p/>
          <a:p>
            <a:r>
              <a:t>🎯 Objective:</a:t>
            </a:r>
          </a:p>
          <a:p>
            <a:r>
              <a:t>• Provide constructive, actionable, and personalized feedback</a:t>
            </a:r>
          </a:p>
          <a:p>
            <a:r>
              <a:t>• Enhance learning clarity and academic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7315200" cy="4114800"/>
          </a:xfrm>
        </p:spPr>
        <p:txBody>
          <a:bodyPr/>
          <a:lstStyle/>
          <a:p>
            <a:r>
              <a:t>Faculty Portal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🛠️ Project Scope:</a:t>
            </a:r>
          </a:p>
          <a:p>
            <a:r>
              <a:t>• Worked on 3 modules: Faculty Portal, Recruiter Portal, Admin Website</a:t>
            </a:r>
          </a:p>
          <a:p>
            <a:r>
              <a:t>• Started mid-June and completed 2 key modules by end of July</a:t>
            </a:r>
          </a:p>
          <a:p/>
          <a:p>
            <a:r>
              <a:t>💻 Technologies Used:</a:t>
            </a:r>
          </a:p>
          <a:p>
            <a:r>
              <a:t>• Frontend: React.js</a:t>
            </a:r>
          </a:p>
          <a:p>
            <a:r>
              <a:t>• Backend: Django (Python), MySQL</a:t>
            </a:r>
          </a:p>
          <a:p/>
          <a:p>
            <a:r>
              <a:t>🔐 Features Implemented:</a:t>
            </a:r>
          </a:p>
          <a:p>
            <a:r>
              <a:t>• JWT token authentication</a:t>
            </a:r>
          </a:p>
          <a:p>
            <a:r>
              <a:t>• Role-based access (Faculty/Recruiter)</a:t>
            </a:r>
          </a:p>
          <a:p>
            <a:r>
              <a:t>• Subscription flow and secure login system</a:t>
            </a:r>
          </a:p>
          <a:p/>
          <a:p>
            <a:r>
              <a:t>🎨 UX/UI:</a:t>
            </a:r>
          </a:p>
          <a:p>
            <a:r>
              <a:t>• Improved interface through design suggestions</a:t>
            </a:r>
          </a:p>
          <a:p>
            <a:r>
              <a:t>• Ensured seamless integration between frontend and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🤝 Team Support:</a:t>
            </a:r>
          </a:p>
          <a:p>
            <a:r>
              <a:t>• Assisted a colleague with React concepts while working on Recruiter Portal</a:t>
            </a:r>
          </a:p>
          <a:p>
            <a:r>
              <a:t>• Explained component lifecycle, props, hooks, and routing with examples</a:t>
            </a:r>
          </a:p>
          <a:p/>
          <a:p>
            <a:r>
              <a:t>🤖 Innovation:</a:t>
            </a:r>
          </a:p>
          <a:p>
            <a:r>
              <a:t>• Explored and integrated an AI development tool – Windsurf</a:t>
            </a:r>
          </a:p>
          <a:p>
            <a:r>
              <a:t>• Reduced manual efforts and increased efficiency</a:t>
            </a:r>
          </a:p>
          <a:p>
            <a:r>
              <a:t>• Helped accelerate the project delivery pace significantly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Summary of Achievements:</a:t>
            </a:r>
          </a:p>
          <a:p>
            <a:r>
              <a:t>• Processed over 1,500 student records with precision</a:t>
            </a:r>
          </a:p>
          <a:p>
            <a:r>
              <a:t>• Evaluated 208 students with constructive feedback</a:t>
            </a:r>
          </a:p>
          <a:p>
            <a:r>
              <a:t>• Built scalable and secure web modules from scratch</a:t>
            </a:r>
          </a:p>
          <a:p>
            <a:r>
              <a:t>• Mentored peers and introduced AI-based efficiency tools</a:t>
            </a:r>
          </a:p>
          <a:p/>
          <a:p>
            <a:r>
              <a:t>🎯 Result:</a:t>
            </a:r>
          </a:p>
          <a:p>
            <a:r>
              <a:t>Successfully completed the consolidation period with a strong foundation in full-stack development, collaboration, and proactive problem-solving.</a:t>
            </a:r>
          </a:p>
          <a:p/>
          <a:p>
            <a:r>
              <a:t>✅ Ready for confirmed role as Software Developer.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